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9A7E6E-AE07-4AC5-B48E-4A93BCF784E3}">
  <a:tblStyle styleId="{CE9A7E6E-AE07-4AC5-B48E-4A93BCF784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7ebed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7ebed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7ebed7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7ebed7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196598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119659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11b7da0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11b7da0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1b7da0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11b7da0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275da12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275da1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Sprint 3 summary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Team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Katarzyna Jaromirska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Alicja Czapla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Mateusz Nowicki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Tomasz Strzałko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Frontend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Angular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SCSS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Backend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PostgreSQL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Vitest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 sz="1400"/>
              <a:t>Other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Github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Cloudflared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Sprint Backlog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{CE9A7E6E-AE07-4AC5-B48E-4A93BCF784E3}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As a Developer, I can view previously completed sprints and their progress.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As a Developer, I can register, log in, and log out.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Each delete operation requires explicit confirmation.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The application is deployed and publicly available online.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The application style is cohesive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Sprint Backlog (2) - Input of team members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Alicja Czapla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Added sprint status and possibility to end sprint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Mateusz</a:t>
            </a:r>
            <a:r>
              <a:rPr lang="pl"/>
              <a:t> Nowicki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Added a functionality of deleting Sprints and User Stories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Added login and signup validation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Katarzyna Jaromirska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Added registration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Switched to Hubs for updating user stories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Tomasz Strzałko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Set up deployment and </a:t>
            </a:r>
            <a:r>
              <a:rPr lang="pl"/>
              <a:t>configure</a:t>
            </a:r>
            <a:r>
              <a:rPr lang="pl"/>
              <a:t> angular proxy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How did you implement the </a:t>
            </a:r>
            <a:r>
              <a:rPr lang="pl"/>
              <a:t>requirement</a:t>
            </a:r>
            <a:r>
              <a:rPr lang="pl"/>
              <a:t>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As a Developer, I can view previously completed sprints and their progress.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This feature is implemented on the frontend within the Home component, which retrieves all of the user's</a:t>
            </a:r>
            <a:r>
              <a:rPr lang="pl" sz="1400"/>
              <a:t> </a:t>
            </a:r>
            <a:r>
              <a:rPr lang="pl" sz="1400"/>
              <a:t>sprints via the SprintService and uses a completedSprints getter to filter and display only the sprints with a 'Done' status. On the backend, the SprintController returns the list of sprints for the user and contains logic to automatically update a sprint's status to 'Done' whenever its scheduled end date has passed.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As a Developer, I can register, log in, and log out.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400"/>
              <a:t>Log in and log out </a:t>
            </a:r>
            <a:r>
              <a:rPr lang="pl" sz="1400"/>
              <a:t>option</a:t>
            </a:r>
            <a:r>
              <a:rPr lang="pl" sz="1400"/>
              <a:t> was already implemented. We added a possibility to register a new accounts via /register. User inputs their username, password and confirms their password.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Each delete operation requires explicit confirmation.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400"/>
              <a:t>A confirmation modal pops up before any deletions, making sure users don’t mistakenly delete important user stories. Only then DELETE request is sent.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The application is deployed and publicly available online.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400"/>
              <a:t>Hosted on personal computer and available through tunneling on cloudflare.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DEMO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