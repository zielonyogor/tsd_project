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2E1CB2-6FDB-4F7A-ADED-CC4315D19BDA}">
  <a:tblStyle styleId="{C12E1CB2-6FDB-4F7A-ADED-CC4315D19B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7ebed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7ebed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7ebed7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7ebed7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196598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119659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11b7da0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11b7da0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1b7da0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11b7da0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275da12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275da1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Six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Sprint 2 summary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Team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Katarzyna Jaromirska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Alicja Czapla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Mateusz Nowicki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Tomasz Strzałko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Frontend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Angular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SCSS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Backend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PostgreSQL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Vitest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 sz="1400"/>
              <a:t>Other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Github Actions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Sprint Backlog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{C12E1CB2-6FDB-4F7A-ADED-CC4315D19BDA}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As a Developer, I can create a sprint tracking session.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As a Developer, I can join an existing sprint session using a link or code.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As a Developer, I can see updates to user stories made by my teammates.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As a Developer, I can update the sprint goal during the sprint.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The application style is cohesive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Done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Add CD Pipeline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Done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Sprint Backlog (2) - Input of team members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Alicja Czapla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Unified style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Added frontend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Mateusz</a:t>
            </a:r>
            <a:r>
              <a:rPr lang="pl"/>
              <a:t> Nowicki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Implemented user login and sprint assignment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Katarzyna Jaromirska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Backend 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CD pipeline and docker fixes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Tomasz Strzałko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How did you implement the </a:t>
            </a:r>
            <a:r>
              <a:rPr lang="pl"/>
              <a:t>requirement</a:t>
            </a:r>
            <a:r>
              <a:rPr lang="pl"/>
              <a:t>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As a Developer, I can create a sprint tracking session.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user enters a sprint title and dates in a form on the home page, which calls the POST /Sprint backend endpoint to create the sprint with an auto-generated join code and adds the creator as a member.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As a Developer, I can join an existing sprint session using a link or code.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user enters a join code in a modal (or accesses a prefilled /join/:code route), which calls the POST /SprintUser/Sprint/join backend endpoint to verify the sprint exists and add the user as a member.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As a Developer, I can see updates to user stories made by my teammates.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board page fetches user stories from the GET /UserStory/{sprintId} backend endpoint whenever it loads, displaying all stories in real time; refreshing the page or navigating back to the board retrieves the latest state.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As a Developer, I can update the sprint goal during the sprint.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user clicks "Edit" on a sprint in the home page, modifies the goal and dates inline, and submits the PUT /Sprint/{id} backend request to persist the changes.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DEMO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