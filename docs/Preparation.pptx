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D64D2A-E499-4B9E-8180-B7E19507C9B2}">
  <a:tblStyle styleId="{3BD64D2A-E499-4B9E-8180-B7E19507C9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c4bc5a9c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c4bc5a9c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c4bc5a9c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c4bc5a9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c4bc5a9c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c4bc5a9c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c4bc5a9c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c4bc5a9c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c4bc5a9c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c4bc5a9c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c4bc5a9c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c4bc5a9c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Six/Band Up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Preparation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Team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Katarzyna Jaromirska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Alicja Czapla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Mateusz Nowicki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Tomasz Strzałko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Technologies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Frontend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Angular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Node.js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SCSS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Backend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C#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.NET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DB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PostgreSQL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Vitest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GitHub 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GitHub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Knowledge of technologies</a:t>
            </a:r>
            <a:endParaRPr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879800" y="109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{3BD64D2A-E499-4B9E-8180-B7E19507C9B2}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Kasia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Alicja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Mateusz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Tomasz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Angular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unknown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unknown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unknown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unknown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Node.js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good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little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little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unknown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SCSS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very good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good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good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little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C#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very good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little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very good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very good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5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PostgreSQL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little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good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little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unknown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Vitest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unknown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unknown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unknown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unknown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GitHub Actions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little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little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little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little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Repository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Url </a:t>
            </a:r>
            <a:r>
              <a:rPr lang="pl"/>
              <a:t>https://github.com/zielonyogor/tsd_project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Structure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frontend/ - Angular setup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backend/ - ASP .NET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db/ - database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.workflows/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Product Backlog 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Tool: Trello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Url: </a:t>
            </a:r>
            <a:r>
              <a:rPr lang="pl"/>
              <a:t>https://trello.com/b/BJSEZ18j/tsd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How our work is organized: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Separate Trello into Cards: Backlog, In Progress, CR, Done, Blocked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Sprint goal is shown by marking items with correct colors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Acceptance </a:t>
            </a:r>
            <a:r>
              <a:rPr lang="pl"/>
              <a:t>Criteria</a:t>
            </a:r>
            <a:r>
              <a:rPr lang="pl"/>
              <a:t> will be shown in item description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Continuous Integration and Deployment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Continuous Integration: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GitHub 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on GitHub repository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Continuous Deployment: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GitHub 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on GitHub repository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